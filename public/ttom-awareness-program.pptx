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slideLayout5.xml" ContentType="application/vnd.openxmlformats-officedocument.presentationml.slideLayout+xml"/>
  <Override PartName="/ppt/presProps.xml" ContentType="application/vnd.openxmlformats-officedocument.presentationml.presProps+xml"/>
  <Override PartName="/ppt/media/image3.png" ContentType="image/png"/>
  <Override PartName="/ppt/media/image1.jpeg" ContentType="image/jpeg"/>
  <Override PartName="/ppt/media/image2.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_rels/presentation.xml.rels" ContentType="application/vnd.openxmlformats-package.relationships+xml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10693400" cy="75628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802080" y="2344320"/>
            <a:ext cx="90889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>
              <a:buNone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Click to edit the title text format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>
          <a:xfrm>
            <a:off x="3635640" y="7033320"/>
            <a:ext cx="3421440" cy="3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2"/>
          </p:nvPr>
        </p:nvSpPr>
        <p:spPr>
          <a:xfrm>
            <a:off x="534600" y="7033320"/>
            <a:ext cx="2459160" cy="3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7699320" y="7033320"/>
            <a:ext cx="2459160" cy="3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IN" sz="1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FE099F3-5329-4247-97BD-7FFBD50DBB28}" type="slidenum">
              <a:rPr b="0" lang="en-IN" sz="1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&lt;number&gt;</a:t>
            </a:fld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534600" y="302400"/>
            <a:ext cx="9623880" cy="120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Click to edit the title text format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534600" y="1739520"/>
            <a:ext cx="9623880" cy="499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ftr" idx="4"/>
          </p:nvPr>
        </p:nvSpPr>
        <p:spPr>
          <a:xfrm>
            <a:off x="3635640" y="7033320"/>
            <a:ext cx="3421440" cy="3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dt" idx="5"/>
          </p:nvPr>
        </p:nvSpPr>
        <p:spPr>
          <a:xfrm>
            <a:off x="534600" y="7033320"/>
            <a:ext cx="2459160" cy="3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7699320" y="7033320"/>
            <a:ext cx="2459160" cy="3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IN" sz="1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C454C3D-893D-4FA7-ABBD-348CEE8ADC0B}" type="slidenum">
              <a:rPr b="0" lang="en-IN" sz="1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&lt;number&gt;</a:t>
            </a:fld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wo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534600" y="302400"/>
            <a:ext cx="9623880" cy="120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Click to edit the title text format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534600" y="1739520"/>
            <a:ext cx="4651200" cy="262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5507280" y="1739520"/>
            <a:ext cx="4651200" cy="262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7"/>
          </p:nvPr>
        </p:nvSpPr>
        <p:spPr>
          <a:xfrm>
            <a:off x="3635640" y="7033320"/>
            <a:ext cx="3421440" cy="3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dt" idx="8"/>
          </p:nvPr>
        </p:nvSpPr>
        <p:spPr>
          <a:xfrm>
            <a:off x="534600" y="7033320"/>
            <a:ext cx="2459160" cy="3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6"/>
          <p:cNvSpPr>
            <a:spLocks noGrp="1"/>
          </p:cNvSpPr>
          <p:nvPr>
            <p:ph type="sldNum" idx="9"/>
          </p:nvPr>
        </p:nvSpPr>
        <p:spPr>
          <a:xfrm>
            <a:off x="7699320" y="7033320"/>
            <a:ext cx="2459160" cy="3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IN" sz="1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2B5250D-D91C-4414-B765-8ACE6473CE63}" type="slidenum">
              <a:rPr b="0" lang="en-IN" sz="1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&lt;number&gt;</a:t>
            </a:fld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534600" y="302400"/>
            <a:ext cx="9623880" cy="120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Click to edit the title text format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ftr" idx="10"/>
          </p:nvPr>
        </p:nvSpPr>
        <p:spPr>
          <a:xfrm>
            <a:off x="3635640" y="7033320"/>
            <a:ext cx="3421440" cy="3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1"/>
          </p:nvPr>
        </p:nvSpPr>
        <p:spPr>
          <a:xfrm>
            <a:off x="534600" y="7033320"/>
            <a:ext cx="2459160" cy="3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sldNum" idx="12"/>
          </p:nvPr>
        </p:nvSpPr>
        <p:spPr>
          <a:xfrm>
            <a:off x="7699320" y="7033320"/>
            <a:ext cx="2459160" cy="3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IN" sz="1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2090298-15FC-4C16-B582-E14D79634AF1}" type="slidenum">
              <a:rPr b="0" lang="en-IN" sz="1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&lt;number&gt;</a:t>
            </a:fld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Blank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ftr" idx="13"/>
          </p:nvPr>
        </p:nvSpPr>
        <p:spPr>
          <a:xfrm>
            <a:off x="3635640" y="7033320"/>
            <a:ext cx="3421440" cy="3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dt" idx="14"/>
          </p:nvPr>
        </p:nvSpPr>
        <p:spPr>
          <a:xfrm>
            <a:off x="534600" y="7033320"/>
            <a:ext cx="2459160" cy="3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sldNum" idx="15"/>
          </p:nvPr>
        </p:nvSpPr>
        <p:spPr>
          <a:xfrm>
            <a:off x="7699320" y="7033320"/>
            <a:ext cx="2459160" cy="3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IN" sz="1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77DEC14-5895-4844-8820-38E72CD11A82}" type="slidenum">
              <a:rPr b="0" lang="en-IN" sz="1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&lt;number&gt;</a:t>
            </a:fld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title"/>
          </p:nvPr>
        </p:nvSpPr>
        <p:spPr>
          <a:xfrm>
            <a:off x="534600" y="301680"/>
            <a:ext cx="9623520" cy="126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Click to edit the title text format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body"/>
          </p:nvPr>
        </p:nvSpPr>
        <p:spPr>
          <a:xfrm>
            <a:off x="534600" y="1769400"/>
            <a:ext cx="9623520" cy="4385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5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object 2" descr=""/>
          <p:cNvPicPr/>
          <p:nvPr/>
        </p:nvPicPr>
        <p:blipFill>
          <a:blip r:embed="rId1"/>
          <a:stretch/>
        </p:blipFill>
        <p:spPr>
          <a:xfrm>
            <a:off x="900000" y="261720"/>
            <a:ext cx="1080000" cy="982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" name="object 3" descr=""/>
          <p:cNvPicPr/>
          <p:nvPr/>
        </p:nvPicPr>
        <p:blipFill>
          <a:blip r:embed="rId2"/>
          <a:stretch/>
        </p:blipFill>
        <p:spPr>
          <a:xfrm>
            <a:off x="8460000" y="360000"/>
            <a:ext cx="1722600" cy="720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" name="object 4"/>
          <p:cNvSpPr/>
          <p:nvPr/>
        </p:nvSpPr>
        <p:spPr>
          <a:xfrm>
            <a:off x="1080000" y="1260000"/>
            <a:ext cx="9000000" cy="230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8320" bIns="0" anchor="t">
            <a:spAutoFit/>
          </a:bodyPr>
          <a:p>
            <a:pPr marL="12600" algn="ctr">
              <a:lnSpc>
                <a:spcPts val="1800"/>
              </a:lnSpc>
              <a:spcBef>
                <a:spcPts val="459"/>
              </a:spcBef>
            </a:pPr>
            <a:r>
              <a:rPr b="1" lang="en-IN" sz="1800" strike="noStrike" u="none">
                <a:solidFill>
                  <a:srgbClr val="355269"/>
                </a:solidFill>
                <a:effectLst/>
                <a:uFillTx/>
                <a:latin typeface="Arial"/>
              </a:rPr>
              <a:t>SCIENCE &amp; TECHNOLOGY PARK, Pune</a:t>
            </a:r>
            <a:r>
              <a:rPr b="1" lang="en-IN" sz="1800" strike="noStrike" u="none">
                <a:solidFill>
                  <a:srgbClr val="1a2a41"/>
                </a:solidFill>
                <a:effectLst/>
                <a:uFillTx/>
                <a:latin typeface="Arial"/>
              </a:rPr>
              <a:t> 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 algn="ctr">
              <a:lnSpc>
                <a:spcPts val="1800"/>
              </a:lnSpc>
              <a:spcBef>
                <a:spcPts val="459"/>
              </a:spcBef>
            </a:pPr>
            <a:r>
              <a:rPr b="0" lang="en-IN" sz="1800" strike="noStrike" u="none">
                <a:solidFill>
                  <a:srgbClr val="1a2a41"/>
                </a:solidFill>
                <a:effectLst/>
                <a:uFillTx/>
                <a:latin typeface="Arial"/>
              </a:rPr>
              <a:t>(Government of India </a:t>
            </a:r>
            <a:r>
              <a:rPr b="0" lang="en-IN" sz="1800" spc="-11" strike="noStrike" u="none">
                <a:solidFill>
                  <a:srgbClr val="1a2a41"/>
                </a:solidFill>
                <a:effectLst/>
                <a:uFillTx/>
                <a:latin typeface="Arial"/>
              </a:rPr>
              <a:t>Initiative) 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 algn="ctr">
              <a:lnSpc>
                <a:spcPts val="1800"/>
              </a:lnSpc>
              <a:spcBef>
                <a:spcPts val="459"/>
              </a:spcBef>
            </a:pPr>
            <a:r>
              <a:rPr b="0" lang="en-IN" sz="1800" strike="noStrike" u="none">
                <a:solidFill>
                  <a:srgbClr val="1a2a41"/>
                </a:solidFill>
                <a:effectLst/>
                <a:uFillTx/>
                <a:latin typeface="Arial"/>
              </a:rPr>
              <a:t>In Academic &amp; CSR Collaboration </a:t>
            </a:r>
            <a:r>
              <a:rPr b="0" lang="en-IN" sz="1800" spc="-20" strike="noStrike" u="none">
                <a:solidFill>
                  <a:srgbClr val="1a2a41"/>
                </a:solidFill>
                <a:effectLst/>
                <a:uFillTx/>
                <a:latin typeface="Arial"/>
              </a:rPr>
              <a:t>With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 algn="ctr">
              <a:lnSpc>
                <a:spcPts val="1800"/>
              </a:lnSpc>
            </a:pPr>
            <a:r>
              <a:rPr b="1" lang="en-IN" sz="1800" strike="noStrike" u="none">
                <a:solidFill>
                  <a:srgbClr val="1e6a39"/>
                </a:solidFill>
                <a:effectLst/>
                <a:uFillTx/>
                <a:latin typeface="Arial"/>
              </a:rPr>
              <a:t>TIRUBAA SOCIAL WELFARE </a:t>
            </a:r>
            <a:r>
              <a:rPr b="1" lang="en-IN" sz="1800" spc="-11" strike="noStrike" u="none">
                <a:solidFill>
                  <a:srgbClr val="1e6a39"/>
                </a:solidFill>
                <a:effectLst/>
                <a:uFillTx/>
                <a:latin typeface="Arial"/>
              </a:rPr>
              <a:t>FOUNDATION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 algn="ctr">
              <a:lnSpc>
                <a:spcPct val="100000"/>
              </a:lnSpc>
              <a:spcBef>
                <a:spcPts val="1800"/>
              </a:spcBef>
            </a:pPr>
            <a:r>
              <a:rPr b="1" lang="en-IN" sz="2600" strike="noStrike" u="sng">
                <a:solidFill>
                  <a:srgbClr val="c6a53f"/>
                </a:solidFill>
                <a:effectLst/>
                <a:uFillTx/>
                <a:latin typeface="Arial"/>
              </a:rPr>
              <a:t>CERTIFICATE OF </a:t>
            </a:r>
            <a:r>
              <a:rPr b="1" lang="en-IN" sz="2600" spc="-11" strike="noStrike" u="sng">
                <a:solidFill>
                  <a:srgbClr val="c6a53f"/>
                </a:solidFill>
                <a:effectLst/>
                <a:uFillTx/>
                <a:latin typeface="Arial"/>
              </a:rPr>
              <a:t>COMPLETION</a:t>
            </a:r>
            <a:endParaRPr b="0" lang="en-IN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600" algn="ctr">
              <a:lnSpc>
                <a:spcPct val="100000"/>
              </a:lnSpc>
              <a:spcBef>
                <a:spcPts val="1800"/>
              </a:spcBef>
            </a:pP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This is to certify </a:t>
            </a:r>
            <a:r>
              <a:rPr b="0" lang="en-IN" sz="1600" spc="-2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that  </a:t>
            </a:r>
            <a:r>
              <a:rPr b="1" lang="en-IN" sz="2400" strike="noStrike" u="none">
                <a:solidFill>
                  <a:srgbClr val="1a2a41"/>
                </a:solidFill>
                <a:effectLst/>
                <a:uFillTx/>
                <a:latin typeface="Arial"/>
              </a:rPr>
              <a:t>[</a:t>
            </a:r>
            <a:r>
              <a:rPr b="1" i="1" lang="en-IN" sz="2400" strike="noStrike" u="none">
                <a:solidFill>
                  <a:srgbClr val="1a2a41"/>
                </a:solidFill>
                <a:effectLst/>
                <a:uFillTx/>
                <a:latin typeface="Arial"/>
              </a:rPr>
              <a:t>STUDENT FULL </a:t>
            </a:r>
            <a:r>
              <a:rPr b="1" i="1" lang="en-IN" sz="2400" spc="-11" strike="noStrike" u="none">
                <a:solidFill>
                  <a:srgbClr val="1a2a41"/>
                </a:solidFill>
                <a:effectLst/>
                <a:uFillTx/>
                <a:latin typeface="Arial"/>
              </a:rPr>
              <a:t>NAME</a:t>
            </a:r>
            <a:r>
              <a:rPr b="1" lang="en-IN" sz="2400" spc="-11" strike="noStrike" u="none">
                <a:solidFill>
                  <a:srgbClr val="1a2a41"/>
                </a:solidFill>
                <a:effectLst/>
                <a:uFillTx/>
                <a:latin typeface="Arial"/>
              </a:rPr>
              <a:t>]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object 5"/>
          <p:cNvSpPr/>
          <p:nvPr/>
        </p:nvSpPr>
        <p:spPr>
          <a:xfrm>
            <a:off x="1620000" y="3905280"/>
            <a:ext cx="8003880" cy="106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algn="ctr">
              <a:lnSpc>
                <a:spcPct val="100000"/>
              </a:lnSpc>
              <a:spcBef>
                <a:spcPts val="99"/>
              </a:spcBef>
            </a:pP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of </a:t>
            </a:r>
            <a:r>
              <a:rPr b="1" lang="en-IN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[</a:t>
            </a:r>
            <a:r>
              <a:rPr b="1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SCHOOL </a:t>
            </a:r>
            <a:r>
              <a:rPr b="1" lang="en-IN" sz="1800" spc="-11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NAME]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99"/>
              </a:spcBef>
            </a:pP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1230480"/>
                <a:tab algn="l" pos="2582640"/>
                <a:tab algn="l" pos="5210280"/>
              </a:tabLst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Standard: </a:t>
            </a:r>
            <a:r>
              <a:rPr b="1" lang="en-IN" sz="1800" spc="-51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[</a:t>
            </a:r>
            <a:r>
              <a:rPr b="1" lang="en-IN" sz="1800" strike="noStrike" u="sng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Arial"/>
                <a:ea typeface="Microsoft YaHei"/>
              </a:rPr>
              <a:t>	</a:t>
            </a:r>
            <a:r>
              <a:rPr b="1" lang="en-IN" sz="1800" strike="noStrike" u="sng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Arial"/>
                <a:ea typeface="Microsoft YaHei"/>
              </a:rPr>
              <a:t> </a:t>
            </a:r>
            <a:r>
              <a:rPr b="1" lang="en-IN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] </a:t>
            </a: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| Division: </a:t>
            </a:r>
            <a:r>
              <a:rPr b="1" lang="en-IN" sz="1800" spc="-51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[</a:t>
            </a:r>
            <a:r>
              <a:rPr b="1" lang="en-IN" sz="1800" strike="noStrike" u="sng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Arial"/>
                <a:ea typeface="Microsoft YaHei"/>
              </a:rPr>
              <a:t>	</a:t>
            </a:r>
            <a:r>
              <a:rPr b="1" lang="en-IN" sz="1800" strike="noStrike" u="sng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Arial"/>
                <a:ea typeface="Microsoft YaHei"/>
              </a:rPr>
              <a:t> </a:t>
            </a:r>
            <a:r>
              <a:rPr b="1" lang="en-IN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] </a:t>
            </a: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| Class Teacher: </a:t>
            </a:r>
            <a:r>
              <a:rPr b="1" lang="en-IN" sz="1800" spc="-51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[</a:t>
            </a:r>
            <a:r>
              <a:rPr b="1" lang="en-IN" sz="1800" strike="noStrike" u="sng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Arial"/>
                <a:ea typeface="Microsoft YaHei"/>
              </a:rPr>
              <a:t>	</a:t>
            </a:r>
            <a:r>
              <a:rPr b="1" lang="en-IN" sz="1800" spc="-51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]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1230480"/>
                <a:tab algn="l" pos="2582640"/>
                <a:tab algn="l" pos="5210280"/>
              </a:tabLst>
            </a:pPr>
            <a:r>
              <a:rPr b="1" lang="en-IN" sz="1600" spc="-51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Final Assessment Score: [ __%] Awarded Merit Category: [Gold / Silver / Bronze]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object 6"/>
          <p:cNvSpPr/>
          <p:nvPr/>
        </p:nvSpPr>
        <p:spPr>
          <a:xfrm>
            <a:off x="900000" y="5666760"/>
            <a:ext cx="8513640" cy="2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"/>
          <p:cNvSpPr txBox="1"/>
          <p:nvPr/>
        </p:nvSpPr>
        <p:spPr>
          <a:xfrm>
            <a:off x="720000" y="5220000"/>
            <a:ext cx="9720000" cy="1073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algn="just">
              <a:lnSpc>
                <a:spcPct val="100000"/>
              </a:lnSpc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has successfully completed the structured </a:t>
            </a:r>
            <a:r>
              <a:rPr b="1" i="1" lang="en-IN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Digital Menstrual Health &amp; Hygiene Education Awareness Program</a:t>
            </a:r>
            <a:r>
              <a:rPr b="1" lang="en-IN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 </a:t>
            </a:r>
            <a:r>
              <a:rPr b="1" lang="en-IN" sz="1400" strike="noStrike" u="none">
                <a:solidFill>
                  <a:srgbClr val="c9211e"/>
                </a:solidFill>
                <a:effectLst/>
                <a:uFillTx/>
                <a:latin typeface="Arial"/>
                <a:ea typeface="Microsoft YaHei"/>
              </a:rPr>
              <a:t>TTOM – “That Time of The Month”</a:t>
            </a: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 comprising 9 Modules and 34 , delivered through monitored digital learning framework with measurable assessment evaluation.</a:t>
            </a:r>
            <a:r>
              <a:rPr b="0" lang="en-IN" sz="1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This certification forms part of a structured, impact-measured intervention implemented under Corporate Social Responsibility framework, aligned with Sustainable Development Goals (SDG 3 &amp; SDG 5) </a:t>
            </a: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Certificate ID: TSWF-MH-2026-______________                Digitally Verifiable | Audit Compliant | Data Privacy Protected 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2" name="" descr=""/>
          <p:cNvPicPr/>
          <p:nvPr/>
        </p:nvPicPr>
        <p:blipFill>
          <a:blip r:embed="rId3"/>
          <a:stretch/>
        </p:blipFill>
        <p:spPr>
          <a:xfrm>
            <a:off x="4885200" y="25200"/>
            <a:ext cx="1234800" cy="1234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" name=""/>
          <p:cNvSpPr txBox="1"/>
          <p:nvPr/>
        </p:nvSpPr>
        <p:spPr>
          <a:xfrm>
            <a:off x="686880" y="5760000"/>
            <a:ext cx="10006560" cy="1708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endParaRPr b="0" lang="en-IN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b="0" lang="en-IN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b="0" lang="en-IN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b="0" lang="en-IN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_________________________ _________________________ _________________________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Dr. Rajendra Jagdale  </a:t>
            </a: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              </a:t>
            </a:r>
            <a:r>
              <a:rPr b="1" lang="en-IN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Milind Kshirsagar  </a:t>
            </a: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                           </a:t>
            </a:r>
            <a:r>
              <a:rPr b="1" lang="en-IN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Swati Joshi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3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Director General &amp; CEO                                 Founder    </a:t>
            </a:r>
            <a:r>
              <a:rPr b="0" lang="en-IN" sz="1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    </a:t>
            </a:r>
            <a:r>
              <a:rPr b="0" lang="en-IN" sz="13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      </a:t>
            </a:r>
            <a:r>
              <a:rPr b="0" lang="en-IN" sz="13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	</a:t>
            </a:r>
            <a:r>
              <a:rPr b="0" lang="en-IN" sz="13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	</a:t>
            </a:r>
            <a:r>
              <a:rPr b="0" lang="en-IN" sz="13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              Principal </a:t>
            </a:r>
            <a:endParaRPr b="0" lang="en-IN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3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Science and Technology Park, Pune  </a:t>
            </a:r>
            <a:r>
              <a:rPr b="0" lang="en-IN" sz="13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	</a:t>
            </a:r>
            <a:r>
              <a:rPr b="0" lang="en-IN" sz="13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           Tirubaa Social Welfare Foundation                            MES English School,</a:t>
            </a:r>
            <a:r>
              <a:rPr b="0" lang="en-IN" sz="13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Shirwal, Pune</a:t>
            </a:r>
            <a:endParaRPr b="0" lang="en-IN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object 2"/>
          <p:cNvSpPr/>
          <p:nvPr/>
        </p:nvSpPr>
        <p:spPr>
          <a:xfrm>
            <a:off x="3037320" y="977760"/>
            <a:ext cx="4617360" cy="26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  <a:tabLst>
                <a:tab algn="l" pos="1446480"/>
              </a:tabLst>
            </a:pP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Final Score: </a:t>
            </a:r>
            <a:r>
              <a:rPr b="1" lang="en-IN" sz="1600" spc="-51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[</a:t>
            </a:r>
            <a:r>
              <a:rPr b="1" lang="en-IN" sz="1600" strike="noStrike" u="sng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Arial"/>
              </a:rPr>
              <a:t>	</a:t>
            </a:r>
            <a:r>
              <a:rPr b="1" lang="en-IN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%]</a:t>
            </a:r>
            <a:r>
              <a:rPr b="1" lang="en-IN" sz="1600" spc="-11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| Merit: </a:t>
            </a:r>
            <a:r>
              <a:rPr b="1" lang="en-IN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[Gold / Silver / </a:t>
            </a:r>
            <a:r>
              <a:rPr b="1" lang="en-IN" sz="1600" spc="-11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Bronze]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object 3"/>
          <p:cNvSpPr/>
          <p:nvPr/>
        </p:nvSpPr>
        <p:spPr>
          <a:xfrm>
            <a:off x="1720080" y="1979640"/>
            <a:ext cx="1765440" cy="360"/>
          </a:xfrm>
          <a:custGeom>
            <a:avLst/>
            <a:gdLst>
              <a:gd name="textAreaLeft" fmla="*/ 0 w 1765440"/>
              <a:gd name="textAreaRight" fmla="*/ 1765800 w 1765440"/>
              <a:gd name="textAreaTop" fmla="*/ 0 h 360"/>
              <a:gd name="textAreaBottom" fmla="*/ 720 h 360"/>
            </a:gdLst>
            <a:ahLst/>
            <a:cxnLst/>
            <a:rect l="textAreaLeft" t="textAreaTop" r="textAreaRight" b="textAreaBottom"/>
            <a:pathLst>
              <a:path w="1765935" h="0">
                <a:moveTo>
                  <a:pt x="0" y="0"/>
                </a:moveTo>
                <a:lnTo>
                  <a:pt x="1765783" y="0"/>
                </a:lnTo>
              </a:path>
            </a:pathLst>
          </a:custGeom>
          <a:noFill/>
          <a:ln w="8001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object 4"/>
          <p:cNvSpPr/>
          <p:nvPr/>
        </p:nvSpPr>
        <p:spPr>
          <a:xfrm>
            <a:off x="4463280" y="1979640"/>
            <a:ext cx="1765440" cy="360"/>
          </a:xfrm>
          <a:custGeom>
            <a:avLst/>
            <a:gdLst>
              <a:gd name="textAreaLeft" fmla="*/ 0 w 1765440"/>
              <a:gd name="textAreaRight" fmla="*/ 1765800 w 1765440"/>
              <a:gd name="textAreaTop" fmla="*/ 0 h 360"/>
              <a:gd name="textAreaBottom" fmla="*/ 720 h 360"/>
            </a:gdLst>
            <a:ahLst/>
            <a:cxnLst/>
            <a:rect l="textAreaLeft" t="textAreaTop" r="textAreaRight" b="textAreaBottom"/>
            <a:pathLst>
              <a:path w="1765935" h="0">
                <a:moveTo>
                  <a:pt x="0" y="0"/>
                </a:moveTo>
                <a:lnTo>
                  <a:pt x="1765783" y="0"/>
                </a:lnTo>
              </a:path>
            </a:pathLst>
          </a:custGeom>
          <a:noFill/>
          <a:ln w="8001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object 5"/>
          <p:cNvSpPr/>
          <p:nvPr/>
        </p:nvSpPr>
        <p:spPr>
          <a:xfrm>
            <a:off x="7206480" y="1979640"/>
            <a:ext cx="1765440" cy="360"/>
          </a:xfrm>
          <a:custGeom>
            <a:avLst/>
            <a:gdLst>
              <a:gd name="textAreaLeft" fmla="*/ 0 w 1765440"/>
              <a:gd name="textAreaRight" fmla="*/ 1765800 w 1765440"/>
              <a:gd name="textAreaTop" fmla="*/ 0 h 360"/>
              <a:gd name="textAreaBottom" fmla="*/ 720 h 360"/>
            </a:gdLst>
            <a:ahLst/>
            <a:cxnLst/>
            <a:rect l="textAreaLeft" t="textAreaTop" r="textAreaRight" b="textAreaBottom"/>
            <a:pathLst>
              <a:path w="1765934" h="0">
                <a:moveTo>
                  <a:pt x="0" y="0"/>
                </a:moveTo>
                <a:lnTo>
                  <a:pt x="1765783" y="0"/>
                </a:lnTo>
              </a:path>
            </a:pathLst>
          </a:custGeom>
          <a:noFill/>
          <a:ln w="8001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8" name="object 6"/>
          <p:cNvGraphicFramePr/>
          <p:nvPr/>
        </p:nvGraphicFramePr>
        <p:xfrm>
          <a:off x="1890000" y="2186280"/>
          <a:ext cx="6960600" cy="483840"/>
        </p:xfrm>
        <a:graphic>
          <a:graphicData uri="http://schemas.openxmlformats.org/drawingml/2006/table">
            <a:tbl>
              <a:tblPr/>
              <a:tblGrid>
                <a:gridCol w="2180880"/>
                <a:gridCol w="2523960"/>
                <a:gridCol w="2255400"/>
              </a:tblGrid>
              <a:tr h="241920">
                <a:tc>
                  <a:txBody>
                    <a:bodyPr lIns="0" rIns="0" tIns="0" bIns="0" anchor="t">
                      <a:noAutofit/>
                    </a:bodyPr>
                    <a:p>
                      <a:pPr marL="112320">
                        <a:lnSpc>
                          <a:spcPts val="1106"/>
                        </a:lnSpc>
                      </a:pPr>
                      <a:r>
                        <a:rPr b="0" lang="en-IN" sz="1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Dr. Rajendra </a:t>
                      </a:r>
                      <a:r>
                        <a:rPr b="0" lang="en-IN" sz="1000" spc="-11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Jagdale</a:t>
                      </a:r>
                      <a:endParaRPr b="0" lang="en-IN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 algn="r">
                        <a:lnSpc>
                          <a:spcPts val="1106"/>
                        </a:lnSpc>
                      </a:pPr>
                      <a:r>
                        <a:rPr b="0" lang="en-IN" sz="1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Milind </a:t>
                      </a:r>
                      <a:r>
                        <a:rPr b="0" lang="en-IN" sz="1000" spc="-11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Kshirsagar</a:t>
                      </a:r>
                      <a:endParaRPr b="0" lang="en-IN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 marL="730800" algn="ctr">
                        <a:lnSpc>
                          <a:spcPts val="1106"/>
                        </a:lnSpc>
                      </a:pPr>
                      <a:r>
                        <a:rPr b="0" lang="en-IN" sz="1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[Principal </a:t>
                      </a:r>
                      <a:r>
                        <a:rPr b="0" lang="en-IN" sz="1000" spc="-11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Name]</a:t>
                      </a:r>
                      <a:endParaRPr b="0" lang="en-IN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41920">
                <a:tc>
                  <a:txBody>
                    <a:bodyPr lIns="0" rIns="0" tIns="88200" bIns="0" anchor="t">
                      <a:noAutofit/>
                    </a:bodyPr>
                    <a:p>
                      <a:pPr marL="31680">
                        <a:lnSpc>
                          <a:spcPts val="1111"/>
                        </a:lnSpc>
                        <a:spcBef>
                          <a:spcPts val="694"/>
                        </a:spcBef>
                      </a:pPr>
                      <a:r>
                        <a:rPr b="0" lang="en-IN" sz="1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Director General &amp; </a:t>
                      </a:r>
                      <a:r>
                        <a:rPr b="0" lang="en-IN" sz="1000" spc="-26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CEO</a:t>
                      </a:r>
                      <a:endParaRPr b="0" lang="en-IN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0" marR="0" marT="8820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0" rIns="0" tIns="88200" bIns="0" anchor="t">
                      <a:noAutofit/>
                    </a:bodyPr>
                    <a:p>
                      <a:pPr algn="r">
                        <a:lnSpc>
                          <a:spcPts val="1111"/>
                        </a:lnSpc>
                        <a:spcBef>
                          <a:spcPts val="694"/>
                        </a:spcBef>
                      </a:pPr>
                      <a:r>
                        <a:rPr b="0" lang="en-IN" sz="1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Founder – </a:t>
                      </a:r>
                      <a:r>
                        <a:rPr b="0" lang="en-IN" sz="1000" spc="-2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TSWF</a:t>
                      </a:r>
                      <a:endParaRPr b="0" lang="en-IN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0" marR="0" marT="8820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0" rIns="0" tIns="88200" bIns="0" anchor="t">
                      <a:noAutofit/>
                    </a:bodyPr>
                    <a:p>
                      <a:pPr marL="730800" algn="ctr">
                        <a:lnSpc>
                          <a:spcPts val="1111"/>
                        </a:lnSpc>
                        <a:spcBef>
                          <a:spcPts val="694"/>
                        </a:spcBef>
                      </a:pPr>
                      <a:r>
                        <a:rPr b="0" lang="en-IN" sz="10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Principal – [School </a:t>
                      </a:r>
                      <a:r>
                        <a:rPr b="0" lang="en-IN" sz="1000" spc="-11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"/>
                        </a:rPr>
                        <a:t>Name]</a:t>
                      </a:r>
                      <a:endParaRPr b="0" lang="en-IN" sz="10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0" marR="0" marT="8820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9" name="object 7"/>
          <p:cNvSpPr/>
          <p:nvPr/>
        </p:nvSpPr>
        <p:spPr>
          <a:xfrm>
            <a:off x="3627720" y="3032640"/>
            <a:ext cx="3436920" cy="43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63360" bIns="0" anchor="t">
            <a:spAutoFit/>
          </a:bodyPr>
          <a:p>
            <a:pPr marL="30960" algn="ctr">
              <a:lnSpc>
                <a:spcPct val="100000"/>
              </a:lnSpc>
              <a:spcBef>
                <a:spcPts val="499"/>
              </a:spcBef>
              <a:tabLst>
                <a:tab algn="l" pos="2187720"/>
              </a:tabLst>
            </a:pPr>
            <a:r>
              <a:rPr b="0" lang="en-IN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Certificate ID: TSWF-MH-</a:t>
            </a:r>
            <a:r>
              <a:rPr b="0" lang="en-IN" sz="1000" spc="-11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2026-</a:t>
            </a:r>
            <a:r>
              <a:rPr b="0" lang="en-IN" sz="1000" strike="noStrike" u="sng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Arial"/>
              </a:rPr>
              <a:t>	</a:t>
            </a:r>
            <a:endParaRPr b="0" lang="en-IN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960" algn="ctr">
              <a:lnSpc>
                <a:spcPct val="100000"/>
              </a:lnSpc>
              <a:spcBef>
                <a:spcPts val="400"/>
              </a:spcBef>
              <a:tabLst>
                <a:tab algn="l" pos="2187720"/>
              </a:tabLst>
            </a:pPr>
            <a:r>
              <a:rPr b="0" lang="en-IN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Digitally Verifiable | Audit Compliant | Data Privacy </a:t>
            </a:r>
            <a:r>
              <a:rPr b="0" lang="en-IN" sz="1000" spc="-11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Protected</a:t>
            </a:r>
            <a:endParaRPr b="0" lang="en-IN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</TotalTime>
  <Application>LibreOffice/25.8.3.2$Windows_X86_64 LibreOffice_project/8ca8d55c161d602844f5428fa4b58097424e324e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2026-02-24T23:16:41Z</dcterms:created>
  <dc:creator>(anonymous)</dc:creator>
  <dc:description/>
  <dc:language>en-IN</dc:language>
  <cp:lastModifiedBy/>
  <dcterms:modified xsi:type="dcterms:W3CDTF">2026-02-24T21:37:16Z</dcterms:modified>
  <cp:revision>2</cp:revision>
  <dc:subject>(unspecified)</dc:subject>
  <dc:title>(anonymous)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2026-02-24T00:00:00Z</vt:filetime>
  </property>
  <property fmtid="{D5CDD505-2E9C-101B-9397-08002B2CF9AE}" pid="3" name="Creator">
    <vt:lpwstr>(unspecified)</vt:lpwstr>
  </property>
  <property fmtid="{D5CDD505-2E9C-101B-9397-08002B2CF9AE}" pid="4" name="LastSaved">
    <vt:filetime>2026-02-24T00:00:00Z</vt:filetime>
  </property>
  <property fmtid="{D5CDD505-2E9C-101B-9397-08002B2CF9AE}" pid="5" name="PresentationFormat">
    <vt:lpwstr>On-screen Show (4:3)</vt:lpwstr>
  </property>
  <property fmtid="{D5CDD505-2E9C-101B-9397-08002B2CF9AE}" pid="6" name="Producer">
    <vt:lpwstr>ReportLab PDF Library - www.reportlab.com</vt:lpwstr>
  </property>
</Properties>
</file>